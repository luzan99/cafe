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sldIdLst>
    <p:sldId id="256" r:id="rId2"/>
    <p:sldId id="257" r:id="rId3"/>
    <p:sldId id="258" r:id="rId4"/>
    <p:sldId id="259" r:id="rId5"/>
    <p:sldId id="260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94" r:id="rId16"/>
    <p:sldId id="295" r:id="rId17"/>
    <p:sldId id="275" r:id="rId18"/>
    <p:sldId id="26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92" r:id="rId29"/>
    <p:sldId id="293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86" d="100"/>
          <a:sy n="86" d="100"/>
        </p:scale>
        <p:origin x="73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BA922-6C75-4A5A-BE6E-504D0BDD04FE}" type="datetimeFigureOut">
              <a:rPr lang="en-US" smtClean="0"/>
              <a:t>9/16/2022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1081D280-BA6B-4236-979A-2F0D51EAE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032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BA922-6C75-4A5A-BE6E-504D0BDD04FE}" type="datetimeFigureOut">
              <a:rPr lang="en-US" smtClean="0"/>
              <a:t>9/16/2022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1D280-BA6B-4236-979A-2F0D51EAE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273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BA922-6C75-4A5A-BE6E-504D0BDD04FE}" type="datetimeFigureOut">
              <a:rPr lang="en-US" smtClean="0"/>
              <a:t>9/16/2022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081D280-BA6B-4236-979A-2F0D51EAE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676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BA922-6C75-4A5A-BE6E-504D0BDD04FE}" type="datetimeFigureOut">
              <a:rPr lang="en-US" smtClean="0"/>
              <a:t>9/16/2022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1081D280-BA6B-4236-979A-2F0D51EAE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912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BA922-6C75-4A5A-BE6E-504D0BDD04FE}" type="datetimeFigureOut">
              <a:rPr lang="en-US" smtClean="0"/>
              <a:t>9/16/2022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1081D280-BA6B-4236-979A-2F0D51EAE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097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BA922-6C75-4A5A-BE6E-504D0BDD04FE}" type="datetimeFigureOut">
              <a:rPr lang="en-US" smtClean="0"/>
              <a:t>9/16/2022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1D280-BA6B-4236-979A-2F0D51EAE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021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BA922-6C75-4A5A-BE6E-504D0BDD04FE}" type="datetimeFigureOut">
              <a:rPr lang="en-US" smtClean="0"/>
              <a:t>9/16/2022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1D280-BA6B-4236-979A-2F0D51EAE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121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BA922-6C75-4A5A-BE6E-504D0BDD04FE}" type="datetimeFigureOut">
              <a:rPr lang="en-US" smtClean="0"/>
              <a:t>9/16/2022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1D280-BA6B-4236-979A-2F0D51EAE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09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BA922-6C75-4A5A-BE6E-504D0BDD04FE}" type="datetimeFigureOut">
              <a:rPr lang="en-US" smtClean="0"/>
              <a:t>9/16/2022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081D280-BA6B-4236-979A-2F0D51EAE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192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BA922-6C75-4A5A-BE6E-504D0BDD04FE}" type="datetimeFigureOut">
              <a:rPr lang="en-US" smtClean="0"/>
              <a:t>9/16/2022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081D280-BA6B-4236-979A-2F0D51EAE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34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BA922-6C75-4A5A-BE6E-504D0BDD04FE}" type="datetimeFigureOut">
              <a:rPr lang="en-US" smtClean="0"/>
              <a:t>9/16/2022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081D280-BA6B-4236-979A-2F0D51EAEBBD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401457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BA922-6C75-4A5A-BE6E-504D0BDD04FE}" type="datetimeFigureOut">
              <a:rPr lang="en-US" smtClean="0"/>
              <a:t>9/16/2022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081D280-BA6B-4236-979A-2F0D51EAE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1606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BA922-6C75-4A5A-BE6E-504D0BDD04FE}" type="datetimeFigureOut">
              <a:rPr lang="en-US" smtClean="0"/>
              <a:t>9/16/2022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081D280-BA6B-4236-979A-2F0D51EAEBBD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807446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BA922-6C75-4A5A-BE6E-504D0BDD04FE}" type="datetimeFigureOut">
              <a:rPr lang="en-US" smtClean="0"/>
              <a:t>9/16/2022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081D280-BA6B-4236-979A-2F0D51EAE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2445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BA922-6C75-4A5A-BE6E-504D0BDD04FE}" type="datetimeFigureOut">
              <a:rPr lang="en-US" smtClean="0"/>
              <a:t>9/16/2022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1D280-BA6B-4236-979A-2F0D51EAE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8178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BA922-6C75-4A5A-BE6E-504D0BDD04FE}" type="datetimeFigureOut">
              <a:rPr lang="en-US" smtClean="0"/>
              <a:t>9/16/2022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1D280-BA6B-4236-979A-2F0D51EAE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767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5BA922-6C75-4A5A-BE6E-504D0BDD04FE}" type="datetimeFigureOut">
              <a:rPr lang="en-US" smtClean="0"/>
              <a:t>9/16/2022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1081D280-BA6B-4236-979A-2F0D51EAE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000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  <p:sldLayoutId id="2147483780" r:id="rId12"/>
    <p:sldLayoutId id="2147483781" r:id="rId13"/>
    <p:sldLayoutId id="2147483782" r:id="rId14"/>
    <p:sldLayoutId id="2147483783" r:id="rId15"/>
    <p:sldLayoutId id="214748378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utorialspoint.com/dbms/dbms_data_schemas.htm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utorialspoint.com/php/index.ht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F6F0D-628F-44F9-B402-C2F99FDADC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Online Food Ordering System</a:t>
            </a:r>
          </a:p>
        </p:txBody>
      </p:sp>
    </p:spTree>
    <p:extLst>
      <p:ext uri="{BB962C8B-B14F-4D97-AF65-F5344CB8AC3E}">
        <p14:creationId xmlns:p14="http://schemas.microsoft.com/office/powerpoint/2010/main" val="3877795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21240-B1E5-4D97-A038-930D1834C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Table Of Contents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0367DB-B8FB-443D-84AE-51020A23D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2037905"/>
            <a:ext cx="9230480" cy="4735034"/>
          </a:xfrm>
        </p:spPr>
        <p:txBody>
          <a:bodyPr>
            <a:normAutofit/>
          </a:bodyPr>
          <a:lstStyle/>
          <a:p>
            <a:pPr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Information</a:t>
            </a:r>
          </a:p>
          <a:p>
            <a:pPr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and Limitation</a:t>
            </a:r>
          </a:p>
          <a:p>
            <a:pPr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ER-Diagram</a:t>
            </a:r>
          </a:p>
          <a:p>
            <a:pPr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 Diagram (DFD)</a:t>
            </a:r>
          </a:p>
          <a:p>
            <a:pPr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Gannt Chart</a:t>
            </a:r>
          </a:p>
          <a:p>
            <a:pPr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</a:t>
            </a:r>
          </a:p>
          <a:p>
            <a:pPr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3133356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8A4B9-287D-4031-9771-636DC35E8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DAEC3-6F5C-4339-9E0B-65C6709C33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Online Food Ordering System is a tool which is used by small, medium, and large coffee or café shops to provide services such as delivery, online order and billings.</a:t>
            </a:r>
          </a:p>
          <a:p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 is also designed to provide better and quick services to the customers.</a:t>
            </a: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This system helps to save your time and attract the new and existing customers.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59866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357EB-F3DB-4AC5-AF7D-7F8FF67C7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8064A-521D-4032-B319-549E34F859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Remove the human error as well as miscalculations.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Remove the Paper based record keeping.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Easy to use for both Customer(ordering) as well as Café Administrator (visible flow of data).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Also, will be helpful in regard to the Marketing, since everyone these days do have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internet access on their fingertips.</a:t>
            </a:r>
          </a:p>
          <a:p>
            <a:pPr algn="just">
              <a:lnSpc>
                <a:spcPct val="107000"/>
              </a:lnSpc>
              <a:spcBef>
                <a:spcPts val="0"/>
              </a:spcBef>
              <a:buFont typeface="Symbol" panose="05050102010706020507" pitchFamily="18" charset="2"/>
              <a:buChar char="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Trustworthy delivery system for the customers as it uses its own delivery system.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4087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81A6C-CCC3-487B-94B5-97D1B0471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3047" y="581580"/>
            <a:ext cx="8911687" cy="1280890"/>
          </a:xfrm>
        </p:spPr>
        <p:txBody>
          <a:bodyPr/>
          <a:lstStyle/>
          <a:p>
            <a:r>
              <a:rPr lang="en-US" dirty="0"/>
              <a:t>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14E93-91D4-4E6C-BA4A-25A6453D43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Easier system to use for any age group.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select and order with simplicity.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use of third party application for delivering.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Reliable for customers since, we are owning our own ordering as well as delivery system.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methods for payment (Cash on Delivery, E-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sewa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Khalti).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9645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6A3A1-30D6-7C89-9829-E153FBF34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C82A3-E159-AECD-81C2-931D3C38AD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Tracking of food delivery is not available.</a:t>
            </a:r>
          </a:p>
          <a:p>
            <a:r>
              <a:rPr lang="en-US" dirty="0"/>
              <a:t>This system can not specify the time consumed during delivery.</a:t>
            </a:r>
          </a:p>
          <a:p>
            <a:r>
              <a:rPr lang="en-US" dirty="0"/>
              <a:t>User cannot update or edit profile.</a:t>
            </a:r>
          </a:p>
          <a:p>
            <a:r>
              <a:rPr lang="en-US" dirty="0"/>
              <a:t>User cannot change password.</a:t>
            </a:r>
          </a:p>
          <a:p>
            <a:r>
              <a:rPr lang="en-US" dirty="0"/>
              <a:t>Food category is not made yet.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570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72C91-D89A-D357-01B9-304455F6D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Review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61FC5F-DB08-8FFB-835B-34FB71E42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r>
              <a:rPr lang="en-US" dirty="0"/>
              <a:t>Although there are lots of third-party delivery system, it is much more viable to have own ordering as well as delivery system for the customers.</a:t>
            </a:r>
          </a:p>
          <a:p>
            <a:r>
              <a:rPr lang="en-US" dirty="0"/>
              <a:t>For this cafe customers satisfaction is the prior thing, that’s the reason why this cafe owner came up with an idea of developing its own system.</a:t>
            </a:r>
          </a:p>
          <a:p>
            <a:r>
              <a:rPr lang="en-US" dirty="0"/>
              <a:t> It also protects the customers information being handed to third-party.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7356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574D450-EEED-6590-7BC2-F5215E261D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8186" y="1467293"/>
            <a:ext cx="10465851" cy="4958197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E26ED72-B7EA-1986-378E-1085C545D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Himalayan Java home page</a:t>
            </a:r>
          </a:p>
        </p:txBody>
      </p:sp>
    </p:spTree>
    <p:extLst>
      <p:ext uri="{BB962C8B-B14F-4D97-AF65-F5344CB8AC3E}">
        <p14:creationId xmlns:p14="http://schemas.microsoft.com/office/powerpoint/2010/main" val="3841713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E87A6-4262-F1B6-3710-F68AD8789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Himalayan Java Contact page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523CA9-1A94-6762-AAE2-5217493EEC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535" y="1615252"/>
            <a:ext cx="9599076" cy="4445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1480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3160D-2908-ADDB-9F12-A6D4968F9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Himalayan Java About page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2B3C2E-85DA-F0ED-6394-959D1ED77D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1671881"/>
            <a:ext cx="9096152" cy="4303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7424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7D233-895B-5AF9-DDA9-9BF8A6AC8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Starbucks Menu page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27034E-7F08-60D4-8705-A4AEEE43BC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8858" y="1624669"/>
            <a:ext cx="9375753" cy="3936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9139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F827C-5751-1E21-88FA-A1C4AA6CC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3D4FCF-FDE0-8092-6B38-DD46931D38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0912" y="1445045"/>
            <a:ext cx="6831398" cy="5306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0176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99C9E6E-4555-9F0D-3CB9-079D19083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29" y="358296"/>
            <a:ext cx="8911687" cy="1280890"/>
          </a:xfrm>
        </p:spPr>
        <p:txBody>
          <a:bodyPr/>
          <a:lstStyle/>
          <a:p>
            <a:r>
              <a:rPr lang="en-US" dirty="0"/>
              <a:t>ER-Diagram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88AE70-9462-03E4-1108-4F454B339B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612" y="1346679"/>
            <a:ext cx="8486775" cy="5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3730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2CDD0-81E1-83E1-1DEC-73CBF22B9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Context level DFD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650569-0170-118F-338D-91A2ED20BD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9987" y="1528762"/>
            <a:ext cx="5370218" cy="4276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1940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E52E3-B19F-8EDE-AC32-ABA4F5188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DFD level 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9ABA23-8576-EA7F-FAF4-8C2B624B91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6487" y="2043344"/>
            <a:ext cx="7439025" cy="381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132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C7943-078A-7326-0D71-687B501B2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Physical level DFD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C92FC4-726B-139A-CFAD-597CFA5BAD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1237" y="1465804"/>
            <a:ext cx="7629525" cy="5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9086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0651A-AEFF-AAF9-10C4-939F9318A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Gannt Chart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173D5A-4207-7305-9ECF-80DB33B424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8255" y="2480210"/>
            <a:ext cx="10110057" cy="1897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8426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B7C53-C383-4C8D-85CA-19EDDB260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Used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812C7-69C8-4007-954D-E3BD0084741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Frontend</a:t>
            </a:r>
            <a:b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HTML (Hypertext Markup Language) .</a:t>
            </a:r>
            <a:b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600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CSS (Cascading Style Sheets).</a:t>
            </a:r>
            <a:br>
              <a:rPr lang="en-US" sz="1600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600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Javascript.</a:t>
            </a:r>
            <a:br>
              <a:rPr lang="en-US" sz="1600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600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Font awesome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Backend</a:t>
            </a:r>
            <a:br>
              <a:rPr lang="en-US" sz="2400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PHP (Hypertext Preprocessor).</a:t>
            </a:r>
            <a:br>
              <a:rPr lang="en-US" sz="1600" spc="-5" dirty="0">
                <a:solidFill>
                  <a:srgbClr val="1B1B1B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MySQL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CED4A3-1986-4DA0-807D-F98776D7591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342900" indent="-342900">
              <a:buFont typeface="+mj-lt"/>
              <a:buAutoNum type="arabicPeriod" startAt="3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Editor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Vscode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+mj-lt"/>
              <a:buAutoNum type="arabicPeriod" startAt="3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Browsers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Chrome.</a:t>
            </a:r>
          </a:p>
          <a:p>
            <a:pPr marL="342900" indent="-342900">
              <a:buFont typeface="+mj-lt"/>
              <a:buAutoNum type="arabicPeriod" startAt="3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 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Xammp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2520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0294A-C8B0-E70B-75D5-727B39343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4" y="624110"/>
            <a:ext cx="8507467" cy="1098364"/>
          </a:xfrm>
        </p:spPr>
        <p:txBody>
          <a:bodyPr/>
          <a:lstStyle/>
          <a:p>
            <a:r>
              <a:rPr lang="en-US" dirty="0"/>
              <a:t>Output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66523A-94A4-07C4-5ED2-843E384265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609" y="1410988"/>
            <a:ext cx="10717560" cy="4822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0387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23B4BC8-4122-268C-21BB-2D9A4E3ACA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016" y="1137424"/>
            <a:ext cx="10761993" cy="4745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5102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DE1B7CE-C7E9-760B-B0DD-C3898D7E90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038" y="1916498"/>
            <a:ext cx="11088029" cy="2864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7450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F964EA2-E23C-FC61-0A6C-E99F5C5881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971" y="1060253"/>
            <a:ext cx="10597372" cy="4292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6202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620CCE9-31AF-808F-AF1C-0484FC0F60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1453" y="515976"/>
            <a:ext cx="9807048" cy="5405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4431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7185F2D-FEBC-DF7C-1648-A68390E961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424" y="1056687"/>
            <a:ext cx="10920781" cy="4429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8764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C1013B-393D-F7D5-E753-382CE54745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218" y="1605776"/>
            <a:ext cx="10628615" cy="3046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9863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049A710-AC12-375B-FB10-33F25C0AD1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7513" y="934553"/>
            <a:ext cx="9771507" cy="4988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4193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27CFABC-95B2-E2DA-A5EA-07BB9FCB38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666" y="1395202"/>
            <a:ext cx="10728285" cy="4067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4065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6A1B97-FF7C-1635-F9CD-EDD918F8DF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451" y="318977"/>
            <a:ext cx="9463161" cy="5592245"/>
          </a:xfrm>
        </p:spPr>
        <p:txBody>
          <a:bodyPr>
            <a:normAutofit fontScale="85000" lnSpcReduction="10000"/>
          </a:bodyPr>
          <a:lstStyle/>
          <a:p>
            <a:pPr marL="457200" marR="0" indent="-457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[7] Peterson, R. (2022, August 25).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Entity Relationship (ER) Diagram Model with DBMS Example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Guru99. https://www.guru99.com/er-diagram-tutorial-dbms.html</a:t>
            </a:r>
          </a:p>
          <a:p>
            <a:pPr marL="457200" marR="0" indent="-457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[8] Barrier, T. (2003). System analysis.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System Analysis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1. https://www.sciencedirect.com/topics/computer-science/system-analysis#:~:text=Systems%20analysis%20is%20the%20process,problems%2C%20opportunities%2C%20and%20directives.</a:t>
            </a:r>
            <a:endParaRPr lang="en-US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marR="0" indent="-457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9]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GeeksforGeeks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(2021, November 15).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System Design Tutorial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https://www.geeksforgeeks.org/system-design-tutorial/</a:t>
            </a:r>
          </a:p>
          <a:p>
            <a:pPr marL="457200" marR="0" indent="-457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[10] Brush, K. (2020, February 14).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 case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SearchSoftwareQuality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https://www.techtarget.com/searchsoftwarequality/definition/use-case</a:t>
            </a:r>
          </a:p>
          <a:p>
            <a:pPr marL="457200" marR="0" indent="-457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[11]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DBMS - Data Schemas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(n.d.).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Tutorialspoint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1800" u="sng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2"/>
              </a:rPr>
              <a:t>https://www.tutorialspoint.com/dbms/dbms_data_schemas.htm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79682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412D70-BAD9-4727-9FE7-A2D0A0167E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4735" y="574158"/>
            <a:ext cx="9239877" cy="5337064"/>
          </a:xfrm>
        </p:spPr>
        <p:txBody>
          <a:bodyPr>
            <a:normAutofit fontScale="92500" lnSpcReduction="20000"/>
          </a:bodyPr>
          <a:lstStyle/>
          <a:p>
            <a:pPr marL="457200" marR="0" indent="-457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[12]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System Development Lifecycle (SDLC) | Michigan Tech Information Technology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(n.d.). Michigan Technological University. https://www.mtu.edu/it/security/policies-procedures-guidelines/information-security-program/system-development-lifecycle/</a:t>
            </a:r>
          </a:p>
          <a:p>
            <a:pPr marL="457200" marR="0" indent="-457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[13] Wikipedia contributors. (2022, August 8).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HTML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Wikipedia. https://en.wikipedia.org/wiki/HTML</a:t>
            </a:r>
          </a:p>
          <a:p>
            <a:pPr marL="457200" marR="0" indent="-457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[14] Wikipedia contributors. (2022b, August 20).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CSS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Wikipedia. https://en.wikipedia.org/wiki/CSS</a:t>
            </a:r>
          </a:p>
          <a:p>
            <a:pPr marL="457200" marR="0" indent="-457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[15]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Javascript Tutorial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(n.d.).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Tutorialspoint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https://www.tutorialspoint.com/javascript/index.htm</a:t>
            </a:r>
          </a:p>
          <a:p>
            <a:pPr marL="0" marR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[16]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PHP Tutorial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(n.d.).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Tutorialspoint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1800" u="sng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2"/>
              </a:rPr>
              <a:t>https://www.tutorialspoint.com/php/index.htm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marR="0" indent="-457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[17]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font awesome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(n.d.).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Fontawesome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https://fontawesome.com/</a:t>
            </a:r>
          </a:p>
          <a:p>
            <a:pPr marL="457200" marR="0" indent="-457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[18]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MySQL Tutorial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(n.d.).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Tutorialspoint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https://www.tutorialspoint.com/mysql/index.htm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231287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208</TotalTime>
  <Words>785</Words>
  <Application>Microsoft Office PowerPoint</Application>
  <PresentationFormat>Widescreen</PresentationFormat>
  <Paragraphs>71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Arial</vt:lpstr>
      <vt:lpstr>Calibri</vt:lpstr>
      <vt:lpstr>Century Gothic</vt:lpstr>
      <vt:lpstr>Symbol</vt:lpstr>
      <vt:lpstr>Times New Roman</vt:lpstr>
      <vt:lpstr>Wingdings 3</vt:lpstr>
      <vt:lpstr>Wisp</vt:lpstr>
      <vt:lpstr>Online Food Ordering System</vt:lpstr>
      <vt:lpstr>Table Of Contents </vt:lpstr>
      <vt:lpstr>General Information</vt:lpstr>
      <vt:lpstr>Objective</vt:lpstr>
      <vt:lpstr>Scope</vt:lpstr>
      <vt:lpstr>Limitation </vt:lpstr>
      <vt:lpstr>Literature Review</vt:lpstr>
      <vt:lpstr>Himalayan Java home page</vt:lpstr>
      <vt:lpstr>Himalayan Java Contact page</vt:lpstr>
      <vt:lpstr>Himalayan Java About page</vt:lpstr>
      <vt:lpstr>Starbucks Menu page</vt:lpstr>
      <vt:lpstr>Methodology</vt:lpstr>
      <vt:lpstr>ER-Diagram</vt:lpstr>
      <vt:lpstr>Context level DFD</vt:lpstr>
      <vt:lpstr>DFD level 1</vt:lpstr>
      <vt:lpstr>Physical level DFD</vt:lpstr>
      <vt:lpstr>Gannt Chart</vt:lpstr>
      <vt:lpstr>Tools Used</vt:lpstr>
      <vt:lpstr>Output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luzan maharjan</dc:creator>
  <cp:lastModifiedBy>luzan maharjan</cp:lastModifiedBy>
  <cp:revision>33</cp:revision>
  <dcterms:created xsi:type="dcterms:W3CDTF">2022-02-21T14:58:57Z</dcterms:created>
  <dcterms:modified xsi:type="dcterms:W3CDTF">2022-09-16T00:28:08Z</dcterms:modified>
</cp:coreProperties>
</file>